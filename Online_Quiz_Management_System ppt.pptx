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4638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369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2954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1849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930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6269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020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5839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6963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2100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1557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7156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689756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138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990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1372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51544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282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94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918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</a:t>
            </a:r>
            <a:endParaRPr lang="en-US" sz="4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2743200" cy="0"/>
          </a:xfrm>
          <a:prstGeom prst="line">
            <a:avLst/>
          </a:prstGeom>
          <a:noFill/>
          <a:ln w="38100">
            <a:solidFill>
              <a:srgbClr val="E86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web-based platform for creating, conducting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evaluating online quizzes with real-time results.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083832" y="3840480"/>
            <a:ext cx="37060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2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2400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singh  </a:t>
            </a: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 : </a:t>
            </a:r>
            <a:r>
              <a:rPr lang="en-US" sz="2400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25scs1003000974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r>
              <a:rPr lang="en-US" sz="2400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2cse38</a:t>
            </a:r>
            <a:endParaRPr lang="en-US" sz="2400" dirty="0">
              <a:solidFill>
                <a:srgbClr val="92D0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917134-1AB3-FB58-A97C-27C7B7463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832" y="2011680"/>
            <a:ext cx="3830780" cy="15127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0664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0664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3474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83680" y="4114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83680" y="4754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06640" y="4754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Online Quiz Management System?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designed to create, manage, conduct and evaluate quizzes digitally. It replaces traditional paper-based exams with a secure, efficient and real-time digital solution.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346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Efficient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evaluation &amp; results. No manual checking of answer sheets.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43400" y="25603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8346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Fair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17720" y="4023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timer control and anti-cheating measures.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38160" y="25603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8346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Ready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12480" y="4023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performance reports for students and faculty.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PROJECT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Project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Examination Process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paper-based quizzes with a fully digital platform.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Evaluation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scoring for MCQs and objective questions with zero human error.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separate dashboards for Admin, Teachers and Students.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Results &amp; Reports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performance analytics and downloadable reports instantly.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Secure Quizzes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754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Auto-submit on timer end with attempt restrictions.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User-Friendly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4754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that works on desktop, tablet and mobile.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657600" cy="42976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TEACHER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 / Edit / Delete Quizzes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MCQ, T/F &amp; Subjective Qs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 timer, marks &amp; negative marking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Publish &amp; schedule quizzes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detailed student reports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question bank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&amp; category management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Easy registration &amp; login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available quizzes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628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Timed quiz attempts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Auto-submit on time 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Instant result display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Attempt history &amp; scores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Performance analytics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210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Secure authentication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Role-based dashboards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676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Responsive UI (Mobile ready)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667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notifications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backup &amp; recovery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Export results (PDF/Excel)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Multi-language support ready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377440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 ·  Bootstrap / Tailwind  ·  JavaScript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2377440" cy="548640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 /  Node.js  /  Python (Django)  /  Java Spring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2377440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MongoDB  ·  Relational Schema Design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2377440" cy="548640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 ·  JWT  ·  Password Hashing (bcrypt)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2377440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 ·  XAMPP / WAMP  ·  Git &amp; GitHub  ·  Postman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2377440" cy="548640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/ Nginx  ·  Shared Hosting / Cloud (optional)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&amp; Modules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1554480"/>
            <a:ext cx="3108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Mobile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605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108960" cy="146304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APIs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412480" y="1554480"/>
            <a:ext cx="3108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MODULES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43400" y="388620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Management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Engine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343400" y="470916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Evaluation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138160" y="470916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USER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3657600" cy="109728"/>
          </a:xfrm>
          <a:prstGeom prst="rect">
            <a:avLst/>
          </a:prstGeom>
          <a:solidFill>
            <a:srgbClr val="E8624D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78308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all users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configuration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 management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Overall analytics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Backup &amp; security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768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463040"/>
            <a:ext cx="3657600" cy="109728"/>
          </a:xfrm>
          <a:prstGeom prst="rect">
            <a:avLst/>
          </a:prstGeom>
          <a:solidFill>
            <a:srgbClr val="E8624D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783080"/>
            <a:ext cx="640080" cy="6400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4805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/ FACULTY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6634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&amp; edit quizzes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66344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question bank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66344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exam rules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66344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 results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6634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 reports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13816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38160" y="1463040"/>
            <a:ext cx="3657600" cy="109728"/>
          </a:xfrm>
          <a:prstGeom prst="rect">
            <a:avLst/>
          </a:prstGeom>
          <a:solidFill>
            <a:srgbClr val="E8624D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783080"/>
            <a:ext cx="640080" cy="6400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210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50392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Register &amp; login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850392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Attempt quizzes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5039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instant results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850392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 history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850392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Track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640080" cy="640080"/>
          </a:xfrm>
          <a:prstGeom prst="line">
            <a:avLst/>
          </a:prstGeom>
          <a:solidFill>
            <a:srgbClr val="E862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Quiz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creates quiz, sets duration, marks &amp; rules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640080" cy="640080"/>
          </a:xfrm>
          <a:prstGeom prst="line">
            <a:avLst/>
          </a:prstGeom>
          <a:solidFill>
            <a:srgbClr val="E8624D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1208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MCQs / True-False with correct answers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640080" cy="640080"/>
          </a:xfrm>
          <a:prstGeom prst="line">
            <a:avLst/>
          </a:prstGeom>
          <a:solidFill>
            <a:srgbClr val="E8624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5256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quiz available to selected students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640080" cy="640080"/>
          </a:xfrm>
          <a:prstGeom prst="line">
            <a:avLst/>
          </a:prstGeom>
          <a:solidFill>
            <a:srgbClr val="E8624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58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starts quiz. Timer begins. Auto-save answers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3749040"/>
            <a:ext cx="640080" cy="640080"/>
          </a:xfrm>
          <a:prstGeom prst="line">
            <a:avLst/>
          </a:prstGeom>
          <a:solidFill>
            <a:srgbClr val="E8624D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3858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1208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auto-evaluates objective questions instantly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0" y="3749040"/>
            <a:ext cx="640080" cy="640080"/>
          </a:xfrm>
          <a:prstGeom prst="line">
            <a:avLst/>
          </a:prstGeom>
          <a:solidFill>
            <a:srgbClr val="E8624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3858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05256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05256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percentage &amp; detailed report shown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Database Tables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2148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password, role, created_at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11064240" cy="59436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2743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description, duration, total_marks, created_by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337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quiz_id, question_text, type, marks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64240" cy="59436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40480" y="3931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question_id, option_text, is_correct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quiz_id, score, started_at, submitted_at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59436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40480" y="5120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attempt_id, question_id, selected_option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ADVANTAGES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Matters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Cost Saving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printing, no manual evaluation. Instant results for everyone.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150876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830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&amp; Transparent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for all students. Automated scoring eliminates bias.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38160" y="150876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783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2480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get detailed analytics to improve teaching methods.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370332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776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Solution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hundreds of concurrent users without extra effort.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370332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97764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2064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 Access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7200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attempt quizzes from anywhere with internet.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38160" y="370332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977640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96112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841248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system – update questions or rules in one place.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CHALLENGES &amp; SOLUTIONS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&amp; How We Solved Them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03520" cy="502920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5669280" cy="502920"/>
          </a:xfrm>
          <a:prstGeom prst="rect">
            <a:avLst/>
          </a:prstGeom>
          <a:solidFill>
            <a:srgbClr val="8AAE8E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53035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31272" y="2194560"/>
            <a:ext cx="48380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opening multiple tabs / cheating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2057400"/>
            <a:ext cx="5669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focus detection + timer + single attempt lock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530352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disconnection mid-quiz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566928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answers every few seconds to database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53035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concurrent load during exam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3337560"/>
            <a:ext cx="5669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queries + indexing + connection pooling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530352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&amp; data security concerns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3977640"/>
            <a:ext cx="566928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+ prepared statements + HTTPS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53035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device screen sizes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0" y="4617720"/>
            <a:ext cx="5669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Bootstrap / Tailwind design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530352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394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calculation accuracy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0" y="5257800"/>
            <a:ext cx="566928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5394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evaluation only (never trust client)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Ahead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 Generation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questions from syllabus or uploaded notes using AI.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Proctoring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+ AI-based monitoring to detect suspicious behavior during exams.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Android &amp; iOS apps for better offline support and notifications.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Moodle, Google Classroom or other Learning Management Systems.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754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insights, weak-area recommendations and personalized learning paths.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4297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4754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and questions in multiple regional languages.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b="1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 successfully digitizes the entire examination lifecycle — from creation to evaluation — delivering speed, accuracy, security and better insights for both educators and learners.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286000" cy="0"/>
          </a:xfrm>
          <a:prstGeom prst="line">
            <a:avLst/>
          </a:prstGeom>
          <a:noFill/>
          <a:ln w="31750">
            <a:solidFill>
              <a:srgbClr val="E86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1136</Words>
  <Application>Microsoft Office PowerPoint</Application>
  <PresentationFormat>Widescreen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Quiz Management System</dc:title>
  <dc:subject>Internship Presentation</dc:subject>
  <dc:creator>Internship Project</dc:creator>
  <cp:lastModifiedBy>shivam singh rathore</cp:lastModifiedBy>
  <cp:revision>2</cp:revision>
  <dcterms:created xsi:type="dcterms:W3CDTF">2026-08-21T05:15:34Z</dcterms:created>
  <dcterms:modified xsi:type="dcterms:W3CDTF">2026-08-21T06:52:04Z</dcterms:modified>
</cp:coreProperties>
</file>