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6459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E86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PROJECT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2194560"/>
            <a:ext cx="10515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4800" b="1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Quiz</a:t>
            </a:r>
            <a:endParaRPr lang="en-US" sz="4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4800" b="1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System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731520" y="4114800"/>
            <a:ext cx="2743200" cy="0"/>
          </a:xfrm>
          <a:prstGeom prst="line">
            <a:avLst/>
          </a:prstGeom>
          <a:noFill/>
          <a:ln w="38100">
            <a:solidFill>
              <a:srgbClr val="E8624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438912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5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web-based platform for creating, conducting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85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evaluating online quizzes with real-time results.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59436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5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 [Your Name]   |   Guide: [Mentor Name]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·  AGENDA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362895" y="3200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400" kern="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14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6217920"/>
            <a:ext cx="11094415" cy="0"/>
          </a:xfrm>
          <a:prstGeom prst="line">
            <a:avLst/>
          </a:prstGeom>
          <a:noFill/>
          <a:ln w="9525">
            <a:solidFill>
              <a:srgbClr val="C9C0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QUIZ MANAGEMENT SYSTEM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534095" y="63550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PROJECT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82296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Will Cover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731520" y="155448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6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554480" y="155448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Overview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1520" y="219456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6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219456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31520" y="283464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6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554480" y="283464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31520" y="347472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6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554480" y="347472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31520" y="411480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6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411480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31520" y="475488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6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554480" y="475488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Roles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583680" y="155448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6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406640" y="155448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583680" y="219456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6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406640" y="219456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583680" y="283464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6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7406640" y="283464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583680" y="347472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6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7406640" y="347472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Solutions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6583680" y="411480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6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7406640" y="411480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6583680" y="475488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6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7406640" y="475488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·  INTRODUCTION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362895" y="3200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400" kern="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14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6217920"/>
            <a:ext cx="11094415" cy="0"/>
          </a:xfrm>
          <a:prstGeom prst="line">
            <a:avLst/>
          </a:prstGeom>
          <a:noFill/>
          <a:ln w="9525">
            <a:solidFill>
              <a:srgbClr val="C9C0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QUIZ MANAGEMENT SYSTEM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534095" y="63550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PROJECT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82296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Online Quiz Management System?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48640" y="14630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web-based application designed to create, manage, conduct and evaluate quizzes digitally. It replaces traditional paper-based exams with a secure, efficient and real-time digital solution.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560320"/>
            <a:ext cx="356616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834640"/>
            <a:ext cx="502920" cy="5029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22960" y="35204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Efficient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822960" y="402336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evaluation &amp; results. No manual checking of answer sheets.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343400" y="2560320"/>
            <a:ext cx="356616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2834640"/>
            <a:ext cx="502920" cy="5029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617720" y="35204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&amp; Fair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4617720" y="402336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access, timer control and anti-cheating measures.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8138160" y="2560320"/>
            <a:ext cx="356616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0" y="2834640"/>
            <a:ext cx="502920" cy="5029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412480" y="35204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Ready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8412480" y="402336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performance reports for students and faculty.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·  PROJECT OBJECTIVES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362895" y="3200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400" kern="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14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6217920"/>
            <a:ext cx="11094415" cy="0"/>
          </a:xfrm>
          <a:prstGeom prst="line">
            <a:avLst/>
          </a:prstGeom>
          <a:noFill/>
          <a:ln w="9525">
            <a:solidFill>
              <a:srgbClr val="C9C0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QUIZ MANAGEMENT SYSTEM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534095" y="63550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PROJECT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8229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 of the Project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48640" y="150876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6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325880" y="15087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Digitize Examination Process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25880" y="192024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paper-based quizzes with a fully digital platform.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309360" y="150876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6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086600" y="15087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Evaluation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086600" y="192024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scoring for MCQs and objective questions with zero human error.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48640" y="29260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6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325880" y="2926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Control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325880" y="333756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separate dashboards for Admin, Teachers and Students.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09360" y="29260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6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7086600" y="2926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Results &amp; Reports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086600" y="333756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performance analytics and downloadable reports instantly.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48640" y="434340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6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325880" y="43434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Time-bound Secure Quizzes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325880" y="475488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Auto-submit on timer end with attempt restrictions.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309360" y="434340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6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7086600" y="43434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&amp; User-Friendly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7086600" y="475488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design that works on desktop, tablet and mobile.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·  KEY FEATURES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362895" y="3200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400" kern="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14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6217920"/>
            <a:ext cx="11094415" cy="0"/>
          </a:xfrm>
          <a:prstGeom prst="line">
            <a:avLst/>
          </a:prstGeom>
          <a:noFill/>
          <a:ln w="9525">
            <a:solidFill>
              <a:srgbClr val="C9C0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QUIZ MANAGEMENT SYSTEM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534095" y="63550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PROJECT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8229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Capabilities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457200" y="1463040"/>
            <a:ext cx="3657600" cy="429768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6916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86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/ TEACHER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22402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Create / Edit / Delete Quizzes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85800" y="26517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Add MCQ, T/F &amp; Subjective Qs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85800" y="30632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Set timer, marks &amp; negative marking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85800" y="34747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Publish &amp; schedule quizzes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85800" y="38862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View detailed student reports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85800" y="42976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Manage question bank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85800" y="47091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User &amp; category management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297680" y="1463040"/>
            <a:ext cx="3657600" cy="4297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480560" y="16916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86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26280" y="22402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Easy registration &amp; login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26280" y="26517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View available quizzes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526280" y="30632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Timed quiz attempts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26280" y="34747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Auto-submit on time end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26280" y="38862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Instant result display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526280" y="42976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Attempt history &amp; scores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526280" y="47091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Performance analytics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8138160" y="1463040"/>
            <a:ext cx="3657600" cy="4297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8321040" y="16916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86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366760" y="22402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Secure authentication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366760" y="26517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Role-based dashboards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366760" y="30632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Responsive UI (Mobile ready)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8366760" y="34747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Real-time notifications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366760" y="38862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Data backup &amp; recovery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366760" y="42976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Export results (PDF/Excel)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8366760" y="47091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Multi-language support ready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·  TECHNOLOGY STACK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362895" y="3200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400" kern="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14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6217920"/>
            <a:ext cx="11094415" cy="0"/>
          </a:xfrm>
          <a:prstGeom prst="line">
            <a:avLst/>
          </a:prstGeom>
          <a:noFill/>
          <a:ln w="9525">
            <a:solidFill>
              <a:srgbClr val="C9C0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QUIZ MANAGEMENT SYSTEM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534095" y="63550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PROJECT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8229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Technologies Used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2377440" cy="54864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5544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200400" y="1554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 ·  CSS3  ·  Bootstrap / Tailwind  ·  JavaScript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2148840"/>
            <a:ext cx="2377440" cy="548640"/>
          </a:xfrm>
          <a:prstGeom prst="rect">
            <a:avLst/>
          </a:prstGeom>
          <a:solidFill>
            <a:srgbClr val="E8624D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2402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200400" y="2240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 /  Node.js  /  Python (Django)  /  Java Spring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8640" y="2834640"/>
            <a:ext cx="2377440" cy="54864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9260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200400" y="2926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 ·  MongoDB  ·  Relational Schema Design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48640" y="3520440"/>
            <a:ext cx="2377440" cy="548640"/>
          </a:xfrm>
          <a:prstGeom prst="rect">
            <a:avLst/>
          </a:prstGeom>
          <a:solidFill>
            <a:srgbClr val="E8624D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6118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&amp; SECURITY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200400" y="3611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Management  ·  JWT  ·  Password Hashing (bcrypt)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48640" y="4206240"/>
            <a:ext cx="2377440" cy="54864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42976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20040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 ·  XAMPP / WAMP  ·  Git &amp; GitHub  ·  Postman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48640" y="4892040"/>
            <a:ext cx="2377440" cy="548640"/>
          </a:xfrm>
          <a:prstGeom prst="rect">
            <a:avLst/>
          </a:prstGeom>
          <a:solidFill>
            <a:srgbClr val="E8624D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49834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200400" y="4983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/ Nginx  ·  Shared Hosting / Cloud (optional)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·  SYSTEM 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362895" y="3200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400" kern="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14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6217920"/>
            <a:ext cx="11094415" cy="0"/>
          </a:xfrm>
          <a:prstGeom prst="line">
            <a:avLst/>
          </a:prstGeom>
          <a:noFill/>
          <a:ln w="9525">
            <a:solidFill>
              <a:srgbClr val="C9C0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QUIZ MANAGEMENT SYSTEM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534095" y="63550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PROJECT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8229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High-Level Architecture &amp; Modules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1097280" y="1554480"/>
            <a:ext cx="310896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280160" y="17373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6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LAYER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80160" y="219456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/ Mobile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· CSS · JS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160520" y="20116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E86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4754880" y="1554480"/>
            <a:ext cx="3108960" cy="1463040"/>
          </a:xfrm>
          <a:prstGeom prst="rect">
            <a:avLst/>
          </a:prstGeom>
          <a:solidFill>
            <a:srgbClr val="0F1B2D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937760" y="17373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6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LAYER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37760" y="219456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Controllers · APIs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818120" y="20116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E86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16" name="Shape 14"/>
          <p:cNvSpPr/>
          <p:nvPr/>
        </p:nvSpPr>
        <p:spPr>
          <a:xfrm>
            <a:off x="8412480" y="1554480"/>
            <a:ext cx="310896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595360" y="17373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6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595360" y="219456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/ MongoDB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Storage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48640" y="33832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MODULES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3886200"/>
            <a:ext cx="35661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0B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40233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Management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4343400" y="3886200"/>
            <a:ext cx="35661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0B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43400" y="40233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Management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8138160" y="3886200"/>
            <a:ext cx="35661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0B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138160" y="40233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Bank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548640" y="4709160"/>
            <a:ext cx="35661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0B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48463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Attempt Engine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4343400" y="4709160"/>
            <a:ext cx="35661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0B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43400" y="48463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Evaluation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8138160" y="4709160"/>
            <a:ext cx="35661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0B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138160" y="48463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&amp; Analytics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·  USER ROLES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362895" y="3200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400" kern="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14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6217920"/>
            <a:ext cx="11094415" cy="0"/>
          </a:xfrm>
          <a:prstGeom prst="line">
            <a:avLst/>
          </a:prstGeom>
          <a:noFill/>
          <a:ln w="9525">
            <a:solidFill>
              <a:srgbClr val="C9C0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QUIZ MANAGEMENT SYSTEM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534095" y="63550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PROJECT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8229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Control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457200" y="1463040"/>
            <a:ext cx="3657600" cy="4297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463040"/>
            <a:ext cx="3657600" cy="109728"/>
          </a:xfrm>
          <a:prstGeom prst="rect">
            <a:avLst/>
          </a:prstGeom>
          <a:solidFill>
            <a:srgbClr val="E8624D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74520" y="1783080"/>
            <a:ext cx="640080" cy="64008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40080" y="26060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822960" y="31546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Manage all users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822960" y="35661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System configuration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822960" y="39776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Category management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822960" y="43891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Overall analytics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822960" y="48006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Backup &amp; security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4297680" y="1463040"/>
            <a:ext cx="3657600" cy="4297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297680" y="1463040"/>
            <a:ext cx="3657600" cy="109728"/>
          </a:xfrm>
          <a:prstGeom prst="rect">
            <a:avLst/>
          </a:prstGeom>
          <a:solidFill>
            <a:srgbClr val="E8624D"/>
          </a:solidFill>
          <a:ln/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0" y="1783080"/>
            <a:ext cx="640080" cy="64008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4480560" y="26060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/ FACULTY</a:t>
            </a:r>
            <a:endParaRPr lang="en-US" sz="1600" dirty="0"/>
          </a:p>
        </p:txBody>
      </p:sp>
      <p:sp>
        <p:nvSpPr>
          <p:cNvPr id="21" name="Text 17"/>
          <p:cNvSpPr/>
          <p:nvPr/>
        </p:nvSpPr>
        <p:spPr>
          <a:xfrm>
            <a:off x="4663440" y="31546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Create &amp; edit quizzes</a:t>
            </a:r>
            <a:endParaRPr lang="en-US" sz="1400" dirty="0"/>
          </a:p>
        </p:txBody>
      </p:sp>
      <p:sp>
        <p:nvSpPr>
          <p:cNvPr id="22" name="Text 18"/>
          <p:cNvSpPr/>
          <p:nvPr/>
        </p:nvSpPr>
        <p:spPr>
          <a:xfrm>
            <a:off x="4663440" y="35661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Manage question bank</a:t>
            </a:r>
            <a:endParaRPr lang="en-US" sz="1400" dirty="0"/>
          </a:p>
        </p:txBody>
      </p:sp>
      <p:sp>
        <p:nvSpPr>
          <p:cNvPr id="23" name="Text 19"/>
          <p:cNvSpPr/>
          <p:nvPr/>
        </p:nvSpPr>
        <p:spPr>
          <a:xfrm>
            <a:off x="4663440" y="39776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Set exam rules</a:t>
            </a:r>
            <a:endParaRPr lang="en-US" sz="1400" dirty="0"/>
          </a:p>
        </p:txBody>
      </p:sp>
      <p:sp>
        <p:nvSpPr>
          <p:cNvPr id="24" name="Text 20"/>
          <p:cNvSpPr/>
          <p:nvPr/>
        </p:nvSpPr>
        <p:spPr>
          <a:xfrm>
            <a:off x="4663440" y="43891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View student results</a:t>
            </a:r>
            <a:endParaRPr lang="en-US" sz="1400" dirty="0"/>
          </a:p>
        </p:txBody>
      </p:sp>
      <p:sp>
        <p:nvSpPr>
          <p:cNvPr id="25" name="Text 21"/>
          <p:cNvSpPr/>
          <p:nvPr/>
        </p:nvSpPr>
        <p:spPr>
          <a:xfrm>
            <a:off x="4663440" y="48006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Generate reports</a:t>
            </a:r>
            <a:endParaRPr lang="en-US" sz="1400" dirty="0"/>
          </a:p>
        </p:txBody>
      </p:sp>
      <p:sp>
        <p:nvSpPr>
          <p:cNvPr id="26" name="Shape 22"/>
          <p:cNvSpPr/>
          <p:nvPr/>
        </p:nvSpPr>
        <p:spPr>
          <a:xfrm>
            <a:off x="8138160" y="1463040"/>
            <a:ext cx="3657600" cy="4297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27" name="Shape 23"/>
          <p:cNvSpPr/>
          <p:nvPr/>
        </p:nvSpPr>
        <p:spPr>
          <a:xfrm>
            <a:off x="8138160" y="1463040"/>
            <a:ext cx="3657600" cy="109728"/>
          </a:xfrm>
          <a:prstGeom prst="rect">
            <a:avLst/>
          </a:prstGeom>
          <a:solidFill>
            <a:srgbClr val="E8624D"/>
          </a:solidFill>
          <a:ln/>
        </p:spPr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5480" y="1783080"/>
            <a:ext cx="640080" cy="640080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8321040" y="26060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600" dirty="0"/>
          </a:p>
        </p:txBody>
      </p:sp>
      <p:sp>
        <p:nvSpPr>
          <p:cNvPr id="30" name="Text 25"/>
          <p:cNvSpPr/>
          <p:nvPr/>
        </p:nvSpPr>
        <p:spPr>
          <a:xfrm>
            <a:off x="8503920" y="31546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Register &amp; login</a:t>
            </a:r>
            <a:endParaRPr lang="en-US" sz="1400" dirty="0"/>
          </a:p>
        </p:txBody>
      </p:sp>
      <p:sp>
        <p:nvSpPr>
          <p:cNvPr id="31" name="Text 26"/>
          <p:cNvSpPr/>
          <p:nvPr/>
        </p:nvSpPr>
        <p:spPr>
          <a:xfrm>
            <a:off x="8503920" y="35661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Attempt quizzes</a:t>
            </a:r>
            <a:endParaRPr lang="en-US" sz="1400" dirty="0"/>
          </a:p>
        </p:txBody>
      </p:sp>
      <p:sp>
        <p:nvSpPr>
          <p:cNvPr id="32" name="Text 27"/>
          <p:cNvSpPr/>
          <p:nvPr/>
        </p:nvSpPr>
        <p:spPr>
          <a:xfrm>
            <a:off x="8503920" y="39776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View instant results</a:t>
            </a:r>
            <a:endParaRPr lang="en-US" sz="1400" dirty="0"/>
          </a:p>
        </p:txBody>
      </p:sp>
      <p:sp>
        <p:nvSpPr>
          <p:cNvPr id="33" name="Text 28"/>
          <p:cNvSpPr/>
          <p:nvPr/>
        </p:nvSpPr>
        <p:spPr>
          <a:xfrm>
            <a:off x="8503920" y="43891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Check history</a:t>
            </a:r>
            <a:endParaRPr lang="en-US" sz="1400" dirty="0"/>
          </a:p>
        </p:txBody>
      </p:sp>
      <p:sp>
        <p:nvSpPr>
          <p:cNvPr id="34" name="Text 29"/>
          <p:cNvSpPr/>
          <p:nvPr/>
        </p:nvSpPr>
        <p:spPr>
          <a:xfrm>
            <a:off x="8503920" y="48006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Track performance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·  WORKFLOW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362895" y="3200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400" kern="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14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6217920"/>
            <a:ext cx="11094415" cy="0"/>
          </a:xfrm>
          <a:prstGeom prst="line">
            <a:avLst/>
          </a:prstGeom>
          <a:noFill/>
          <a:ln w="9525">
            <a:solidFill>
              <a:srgbClr val="C9C0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QUIZ MANAGEMENT SYSTEM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534095" y="63550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PROJECT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8229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System Works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548640" y="1554480"/>
            <a:ext cx="640080" cy="640080"/>
          </a:xfrm>
          <a:prstGeom prst="oval">
            <a:avLst/>
          </a:prstGeom>
          <a:solidFill>
            <a:srgbClr val="E8624D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66420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371600" y="16459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Quiz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371600" y="214884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creates quiz, sets duration, marks &amp; rules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389120" y="1554480"/>
            <a:ext cx="640080" cy="640080"/>
          </a:xfrm>
          <a:prstGeom prst="oval">
            <a:avLst/>
          </a:prstGeom>
          <a:solidFill>
            <a:srgbClr val="E8624D"/>
          </a:solidFill>
          <a:ln/>
        </p:spPr>
      </p:sp>
      <p:sp>
        <p:nvSpPr>
          <p:cNvPr id="13" name="Text 11"/>
          <p:cNvSpPr/>
          <p:nvPr/>
        </p:nvSpPr>
        <p:spPr>
          <a:xfrm>
            <a:off x="4389120" y="166420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212080" y="16459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Questions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212080" y="214884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MCQs / True-False with correct answers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229600" y="1554480"/>
            <a:ext cx="640080" cy="640080"/>
          </a:xfrm>
          <a:prstGeom prst="oval">
            <a:avLst/>
          </a:prstGeom>
          <a:solidFill>
            <a:srgbClr val="E8624D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0" y="166420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9052560" y="16459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052560" y="214884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quiz available to selected students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3749040"/>
            <a:ext cx="640080" cy="640080"/>
          </a:xfrm>
          <a:prstGeom prst="oval">
            <a:avLst/>
          </a:prstGeom>
          <a:solidFill>
            <a:srgbClr val="E8624D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385876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371600" y="38404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Attempt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371600" y="434340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starts quiz. Timer begins. Auto-save answers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389120" y="3749040"/>
            <a:ext cx="640080" cy="640080"/>
          </a:xfrm>
          <a:prstGeom prst="oval">
            <a:avLst/>
          </a:prstGeom>
          <a:solidFill>
            <a:srgbClr val="E8624D"/>
          </a:solidFill>
          <a:ln/>
        </p:spPr>
      </p:sp>
      <p:sp>
        <p:nvSpPr>
          <p:cNvPr id="25" name="Text 23"/>
          <p:cNvSpPr/>
          <p:nvPr/>
        </p:nvSpPr>
        <p:spPr>
          <a:xfrm>
            <a:off x="4389120" y="385876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5212080" y="38404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212080" y="434340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auto-evaluates objective questions instantly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8229600" y="3749040"/>
            <a:ext cx="640080" cy="640080"/>
          </a:xfrm>
          <a:prstGeom prst="oval">
            <a:avLst/>
          </a:prstGeom>
          <a:solidFill>
            <a:srgbClr val="E8624D"/>
          </a:solidFill>
          <a:ln/>
        </p:spPr>
      </p:sp>
      <p:sp>
        <p:nvSpPr>
          <p:cNvPr id="29" name="Text 27"/>
          <p:cNvSpPr/>
          <p:nvPr/>
        </p:nvSpPr>
        <p:spPr>
          <a:xfrm>
            <a:off x="8229600" y="385876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9052560" y="38404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9052560" y="434340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Score, percentage &amp; detailed report shown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·  DATABASE DESIGN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362895" y="3200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400" kern="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14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6217920"/>
            <a:ext cx="11094415" cy="0"/>
          </a:xfrm>
          <a:prstGeom prst="line">
            <a:avLst/>
          </a:prstGeom>
          <a:noFill/>
          <a:ln w="9525">
            <a:solidFill>
              <a:srgbClr val="C9C0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QUIZ MANAGEMENT SYSTEM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534095" y="63550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PROJECT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8229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Database Tables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11064240" cy="50292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554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NAME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840480" y="1554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COLUMNS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2011680"/>
            <a:ext cx="1106424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1488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6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840480" y="214884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name, email, password, role, created_at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2606040"/>
            <a:ext cx="11064240" cy="594360"/>
          </a:xfrm>
          <a:prstGeom prst="rect">
            <a:avLst/>
          </a:prstGeom>
          <a:solidFill>
            <a:srgbClr val="F8F4EE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27432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6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quizzes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840480" y="274320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title, description, duration, total_marks, created_by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3200400"/>
            <a:ext cx="1106424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3375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6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840480" y="333756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quiz_id, question_text, type, marks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3794760"/>
            <a:ext cx="11064240" cy="594360"/>
          </a:xfrm>
          <a:prstGeom prst="rect">
            <a:avLst/>
          </a:prstGeom>
          <a:solidFill>
            <a:srgbClr val="F8F4EE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39319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6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3840480" y="393192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question_id, option_text, is_correct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48640" y="4389120"/>
            <a:ext cx="1106424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731520" y="45262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6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attempts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3840480" y="452628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user_id, quiz_id, score, started_at, submitted_at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48640" y="4983480"/>
            <a:ext cx="11064240" cy="594360"/>
          </a:xfrm>
          <a:prstGeom prst="rect">
            <a:avLst/>
          </a:prstGeom>
          <a:solidFill>
            <a:srgbClr val="F8F4EE"/>
          </a:solidFill>
          <a:ln/>
        </p:spPr>
      </p:sp>
      <p:sp>
        <p:nvSpPr>
          <p:cNvPr id="27" name="Text 25"/>
          <p:cNvSpPr/>
          <p:nvPr/>
        </p:nvSpPr>
        <p:spPr>
          <a:xfrm>
            <a:off x="731520" y="51206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6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3840480" y="512064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attempt_id, question_id, selected_option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·  ADVANTAGES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362895" y="3200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400" kern="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14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6217920"/>
            <a:ext cx="11094415" cy="0"/>
          </a:xfrm>
          <a:prstGeom prst="line">
            <a:avLst/>
          </a:prstGeom>
          <a:noFill/>
          <a:ln w="9525">
            <a:solidFill>
              <a:srgbClr val="C9C0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QUIZ MANAGEMENT SYSTEM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534095" y="63550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PROJECT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8229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System Matters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457200" y="1508760"/>
            <a:ext cx="3657600" cy="1965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783080"/>
            <a:ext cx="411480" cy="4114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80160" y="18288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&amp; Cost Saving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31520" y="242316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printing, no manual evaluation. Instant results for everyone.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297680" y="1508760"/>
            <a:ext cx="3657600" cy="1965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783080"/>
            <a:ext cx="411480" cy="4114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120640" y="18288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 &amp; Transparent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4572000" y="242316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rules for all students. Automated scoring eliminates bias.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8138160" y="1508760"/>
            <a:ext cx="3657600" cy="1965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1783080"/>
            <a:ext cx="411480" cy="4114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961120" y="18288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Insights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8412480" y="242316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Teachers get detailed analytics to improve teaching methods.</a:t>
            </a:r>
            <a:endParaRPr lang="en-US" sz="1400" dirty="0"/>
          </a:p>
        </p:txBody>
      </p:sp>
      <p:sp>
        <p:nvSpPr>
          <p:cNvPr id="20" name="Shape 15"/>
          <p:cNvSpPr/>
          <p:nvPr/>
        </p:nvSpPr>
        <p:spPr>
          <a:xfrm>
            <a:off x="457200" y="3703320"/>
            <a:ext cx="3657600" cy="1965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977640"/>
            <a:ext cx="411480" cy="41148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280160" y="40233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Solution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731520" y="461772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hundreds of concurrent users without extra effort.</a:t>
            </a:r>
            <a:endParaRPr lang="en-US" sz="1400" dirty="0"/>
          </a:p>
        </p:txBody>
      </p:sp>
      <p:sp>
        <p:nvSpPr>
          <p:cNvPr id="24" name="Shape 18"/>
          <p:cNvSpPr/>
          <p:nvPr/>
        </p:nvSpPr>
        <p:spPr>
          <a:xfrm>
            <a:off x="4297680" y="3703320"/>
            <a:ext cx="3657600" cy="1965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0" y="3977640"/>
            <a:ext cx="411480" cy="41148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5120640" y="40233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Anytime Access</a:t>
            </a:r>
            <a:endParaRPr lang="en-US" sz="1600" dirty="0"/>
          </a:p>
        </p:txBody>
      </p:sp>
      <p:sp>
        <p:nvSpPr>
          <p:cNvPr id="27" name="Text 20"/>
          <p:cNvSpPr/>
          <p:nvPr/>
        </p:nvSpPr>
        <p:spPr>
          <a:xfrm>
            <a:off x="4572000" y="461772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can attempt quizzes from anywhere with internet.</a:t>
            </a:r>
            <a:endParaRPr lang="en-US" sz="1400" dirty="0"/>
          </a:p>
        </p:txBody>
      </p:sp>
      <p:sp>
        <p:nvSpPr>
          <p:cNvPr id="28" name="Shape 21"/>
          <p:cNvSpPr/>
          <p:nvPr/>
        </p:nvSpPr>
        <p:spPr>
          <a:xfrm>
            <a:off x="8138160" y="3703320"/>
            <a:ext cx="3657600" cy="1965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12480" y="3977640"/>
            <a:ext cx="411480" cy="411480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8961120" y="40233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Maintenance</a:t>
            </a:r>
            <a:endParaRPr lang="en-US" sz="1600" dirty="0"/>
          </a:p>
        </p:txBody>
      </p:sp>
      <p:sp>
        <p:nvSpPr>
          <p:cNvPr id="31" name="Text 23"/>
          <p:cNvSpPr/>
          <p:nvPr/>
        </p:nvSpPr>
        <p:spPr>
          <a:xfrm>
            <a:off x="8412480" y="461772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system – update questions or rules in one place.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 ·  CHALLENGES &amp; SOLUTIONS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362895" y="3200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400" kern="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14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6217920"/>
            <a:ext cx="11094415" cy="0"/>
          </a:xfrm>
          <a:prstGeom prst="line">
            <a:avLst/>
          </a:prstGeom>
          <a:noFill/>
          <a:ln w="9525">
            <a:solidFill>
              <a:srgbClr val="C9C0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QUIZ MANAGEMENT SYSTEM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534095" y="63550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PROJECT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8229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 Faced &amp; How We Solved Them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5303520" cy="502920"/>
          </a:xfrm>
          <a:prstGeom prst="rect">
            <a:avLst/>
          </a:prstGeom>
          <a:solidFill>
            <a:srgbClr val="E8624D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5544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943600" y="1463040"/>
            <a:ext cx="5669280" cy="502920"/>
          </a:xfrm>
          <a:prstGeom prst="rect">
            <a:avLst/>
          </a:prstGeom>
          <a:solidFill>
            <a:srgbClr val="8AAE8E"/>
          </a:solidFill>
          <a:ln/>
        </p:spPr>
      </p:sp>
      <p:sp>
        <p:nvSpPr>
          <p:cNvPr id="11" name="Text 9"/>
          <p:cNvSpPr/>
          <p:nvPr/>
        </p:nvSpPr>
        <p:spPr>
          <a:xfrm>
            <a:off x="6126480" y="155448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2057400"/>
            <a:ext cx="530352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1945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opening multiple tabs / cheating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943600" y="2057400"/>
            <a:ext cx="566928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6126480" y="219456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focus detection + timer + single attempt lock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2697480"/>
            <a:ext cx="5303520" cy="640080"/>
          </a:xfrm>
          <a:prstGeom prst="rect">
            <a:avLst/>
          </a:prstGeom>
          <a:solidFill>
            <a:srgbClr val="F8F4EE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28346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disconnection mid-quiz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943600" y="2697480"/>
            <a:ext cx="5669280" cy="640080"/>
          </a:xfrm>
          <a:prstGeom prst="rect">
            <a:avLst/>
          </a:prstGeom>
          <a:solidFill>
            <a:srgbClr val="F8F4EE"/>
          </a:solidFill>
          <a:ln/>
        </p:spPr>
      </p:sp>
      <p:sp>
        <p:nvSpPr>
          <p:cNvPr id="19" name="Text 17"/>
          <p:cNvSpPr/>
          <p:nvPr/>
        </p:nvSpPr>
        <p:spPr>
          <a:xfrm>
            <a:off x="6126480" y="28346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Auto-save answers every few seconds to database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3337560"/>
            <a:ext cx="530352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34747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concurrent load during exam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943600" y="3337560"/>
            <a:ext cx="566928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6126480" y="347472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Optimized queries + indexing + connection pooling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48640" y="3977640"/>
            <a:ext cx="5303520" cy="640080"/>
          </a:xfrm>
          <a:prstGeom prst="rect">
            <a:avLst/>
          </a:prstGeom>
          <a:solidFill>
            <a:srgbClr val="F8F4EE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" y="41148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&amp; data security concerns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943600" y="3977640"/>
            <a:ext cx="5669280" cy="640080"/>
          </a:xfrm>
          <a:prstGeom prst="rect">
            <a:avLst/>
          </a:prstGeom>
          <a:solidFill>
            <a:srgbClr val="F8F4EE"/>
          </a:solidFill>
          <a:ln/>
        </p:spPr>
      </p:sp>
      <p:sp>
        <p:nvSpPr>
          <p:cNvPr id="27" name="Text 25"/>
          <p:cNvSpPr/>
          <p:nvPr/>
        </p:nvSpPr>
        <p:spPr>
          <a:xfrm>
            <a:off x="6126480" y="411480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hashing + prepared statements + HTTPS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48640" y="4617720"/>
            <a:ext cx="530352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Text 27"/>
          <p:cNvSpPr/>
          <p:nvPr/>
        </p:nvSpPr>
        <p:spPr>
          <a:xfrm>
            <a:off x="731520" y="47548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device screen sizes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5943600" y="4617720"/>
            <a:ext cx="566928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1" name="Text 29"/>
          <p:cNvSpPr/>
          <p:nvPr/>
        </p:nvSpPr>
        <p:spPr>
          <a:xfrm>
            <a:off x="6126480" y="475488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responsive Bootstrap / Tailwind design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548640" y="5257800"/>
            <a:ext cx="5303520" cy="640080"/>
          </a:xfrm>
          <a:prstGeom prst="rect">
            <a:avLst/>
          </a:prstGeom>
          <a:solidFill>
            <a:srgbClr val="F8F4EE"/>
          </a:solidFill>
          <a:ln/>
        </p:spPr>
      </p:sp>
      <p:sp>
        <p:nvSpPr>
          <p:cNvPr id="33" name="Text 31"/>
          <p:cNvSpPr/>
          <p:nvPr/>
        </p:nvSpPr>
        <p:spPr>
          <a:xfrm>
            <a:off x="731520" y="53949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calculation accuracy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5943600" y="5257800"/>
            <a:ext cx="5669280" cy="640080"/>
          </a:xfrm>
          <a:prstGeom prst="rect">
            <a:avLst/>
          </a:prstGeom>
          <a:solidFill>
            <a:srgbClr val="F8F4EE"/>
          </a:solidFill>
          <a:ln/>
        </p:spPr>
      </p:sp>
      <p:sp>
        <p:nvSpPr>
          <p:cNvPr id="35" name="Text 33"/>
          <p:cNvSpPr/>
          <p:nvPr/>
        </p:nvSpPr>
        <p:spPr>
          <a:xfrm>
            <a:off x="6126480" y="539496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Server-side evaluation only (never trust client)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 ·  FUTURE SCOPE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362895" y="3200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400" kern="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14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6217920"/>
            <a:ext cx="11094415" cy="0"/>
          </a:xfrm>
          <a:prstGeom prst="line">
            <a:avLst/>
          </a:prstGeom>
          <a:noFill/>
          <a:ln w="9525">
            <a:solidFill>
              <a:srgbClr val="C9C0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QUIZ MANAGEMENT SYSTEM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534095" y="63550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PROJECT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8229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Ahead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48640" y="14630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6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325880" y="14630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Question Generation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25880" y="192024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generate questions from syllabus or uploaded notes using AI.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309360" y="14630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6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086600" y="14630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Proctoring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086600" y="192024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Webcam + AI-based monitoring to detect suspicious behavior during exams.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48640" y="288036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6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325880" y="28803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Mobile Apps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325880" y="333756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Android &amp; iOS apps for better offline support and notifications.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09360" y="288036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6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7086600" y="28803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LMS Integration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086600" y="333756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with Moodle, Google Classroom or other Learning Management Systems.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48640" y="42976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6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325880" y="42976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Analytics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325880" y="475488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insights, weak-area recommendations and personalized learning paths.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309360" y="42976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6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7086600" y="42976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Multi-language Support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7086600" y="475488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and questions in multiple regional languages.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1887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E86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173736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Quiz Management System successfully digitizes the entire examination lifecycle — from creation to evaluation — delivering speed, accuracy, security and better insights for both educators and learners.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31520" y="3200400"/>
            <a:ext cx="2286000" cy="0"/>
          </a:xfrm>
          <a:prstGeom prst="line">
            <a:avLst/>
          </a:prstGeom>
          <a:noFill/>
          <a:ln w="31750">
            <a:solidFill>
              <a:srgbClr val="E8624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34747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5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internship project helped me gain hands-on experience in full-stack development, database design, security best practices and real-world problem solving.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47548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731520" y="54864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5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are welcome  ·  [Your Name]  ·  [Email / LinkedIn]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Online Quiz Management System</dc:title>
  <dc:subject>Internship Presentation</dc:subject>
  <dc:creator>Internship Project</dc:creator>
  <cp:lastModifiedBy>Internship Project</cp:lastModifiedBy>
  <cp:revision>1</cp:revision>
  <dcterms:created xsi:type="dcterms:W3CDTF">2026-08-21T05:15:34Z</dcterms:created>
  <dcterms:modified xsi:type="dcterms:W3CDTF">2026-08-21T05:15:34Z</dcterms:modified>
</cp:coreProperties>
</file>